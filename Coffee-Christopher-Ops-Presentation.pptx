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B3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2C1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0">
                <a:solidFill>
                  <a:srgbClr val="FFFFFF"/>
                </a:solidFill>
              </a:rPr>
              <a:t>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82296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Coffee Christopher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783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C9A96E"/>
                </a:solidFill>
              </a:rPr>
              <a:t>Operations 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606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Full-Stack Ops Platform  ·  Loyalty Program  ·  PWA  ·  Admin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577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A96E"/>
                </a:solidFill>
              </a:rPr>
              <a:t>Sprint Planning Review  ·  April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080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Built with React · Node.js · Prisma · PostgreSQL (Supabase) · Tailwind CSS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3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1463040"/>
          </a:xfrm>
          <a:prstGeom prst="rect">
            <a:avLst/>
          </a:prstGeom>
          <a:solidFill>
            <a:srgbClr val="6B3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📋  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A96E"/>
                </a:solidFill>
              </a:rPr>
              <a:t>What is Coffee Christopher Ops?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11430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920240"/>
            <a:ext cx="164592" cy="16459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28216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1A0E"/>
                </a:solidFill>
              </a:rPr>
              <a:t>What it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3911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A full-stack operations platform for a real coffee shop — menu, orders, loyalty, inventory, analytics, and promotions.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96312"/>
            <a:ext cx="11430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724912"/>
            <a:ext cx="164592" cy="16459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53288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1A0E"/>
                </a:solidFill>
              </a:rPr>
              <a:t>Who uses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43784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Two audiences: customers (public menu, loyalty card, order tracking) and admin staff (full back-office portal).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300984"/>
            <a:ext cx="11430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529584"/>
            <a:ext cx="164592" cy="16459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375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1A0E"/>
                </a:solidFill>
              </a:rPr>
              <a:t>Why we built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648456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Replace manual pen-and-paper loyalty tracking and spreadsheet inventory with a single, mobile-friendly web app.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105656"/>
            <a:ext cx="11430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334256"/>
            <a:ext cx="164592" cy="16459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422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1A0E"/>
                </a:solidFill>
              </a:rPr>
              <a:t>Deployment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45312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Vite + React frontend served via Node.js/Express backend, PostgreSQL database hosted on Supabase, deployable as a PWA.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910328"/>
            <a:ext cx="11430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138928"/>
            <a:ext cx="164592" cy="16459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46904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1A0E"/>
                </a:solidFill>
              </a:rPr>
              <a:t>Current 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2578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Core features fully operational end-to-end: menu loads, orders placed, loyalty enrolled, promos sent, reminders emailed.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3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1463040"/>
          </a:xfrm>
          <a:prstGeom prst="rect">
            <a:avLst/>
          </a:prstGeom>
          <a:solidFill>
            <a:srgbClr val="6B3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A96E"/>
                </a:solidFill>
              </a:rPr>
              <a:t>Frontend + Backend + Infrastructure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5577840" cy="384048"/>
          </a:xfrm>
          <a:prstGeom prst="rect">
            <a:avLst/>
          </a:prstGeom>
          <a:solidFill>
            <a:srgbClr val="6B3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03120"/>
            <a:ext cx="55778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17627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1A0E"/>
                </a:solidFill>
              </a:rPr>
              <a:t>▸  React 18 + Vite 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61487"/>
            <a:ext cx="55778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83463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1A0E"/>
                </a:solidFill>
              </a:rPr>
              <a:t>▸  React Router v6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419855"/>
            <a:ext cx="55778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493007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1A0E"/>
                </a:solidFill>
              </a:rPr>
              <a:t>▸  Tailwind CSS (brand tokens)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078223"/>
            <a:ext cx="55778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151375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1A0E"/>
                </a:solidFill>
              </a:rPr>
              <a:t>▸  Axios for API calls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736591"/>
            <a:ext cx="55778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809743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1A0E"/>
                </a:solidFill>
              </a:rPr>
              <a:t>▸  QR Code rendering (qrcode.react)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394959"/>
            <a:ext cx="55778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468111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1A0E"/>
                </a:solidFill>
              </a:rPr>
              <a:t>▸  PWA: Service Worker + Web Manifest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1600200"/>
            <a:ext cx="5577840" cy="384048"/>
          </a:xfrm>
          <a:prstGeom prst="rect">
            <a:avLst/>
          </a:prstGeom>
          <a:solidFill>
            <a:srgbClr val="6B3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16459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103120"/>
            <a:ext cx="55778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217627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1A0E"/>
                </a:solidFill>
              </a:rPr>
              <a:t>▸  Node.js + Express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2761487"/>
            <a:ext cx="55778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283463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1A0E"/>
                </a:solidFill>
              </a:rPr>
              <a:t>▸  Prisma ORM (PostgreSQL)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3419855"/>
            <a:ext cx="55778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493007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1A0E"/>
                </a:solidFill>
              </a:rPr>
              <a:t>▸  Supabase (hosted Postgres)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078223"/>
            <a:ext cx="55778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151375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1A0E"/>
                </a:solidFill>
              </a:rPr>
              <a:t>▸  JWT authentication (jsonwebtoken)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736591"/>
            <a:ext cx="55778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4809743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1A0E"/>
                </a:solidFill>
              </a:rPr>
              <a:t>▸  Nodemailer (SMTP via Gmail)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5394959"/>
            <a:ext cx="55778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5468111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1A0E"/>
                </a:solidFill>
              </a:rPr>
              <a:t>▸  bcryptjs for password hashing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3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1463040"/>
          </a:xfrm>
          <a:prstGeom prst="rect">
            <a:avLst/>
          </a:prstGeom>
          <a:solidFill>
            <a:srgbClr val="6B3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🗺  Features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A96E"/>
                </a:solidFill>
              </a:rPr>
              <a:t>Eight core modules across customer and admin surfaces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11430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920240"/>
            <a:ext cx="164592" cy="16459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28216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1A0E"/>
                </a:solidFill>
              </a:rPr>
              <a:t>☕  Menu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3911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Public browsable menu with categories, item details, available/unavailable toggle, and photo support.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96312"/>
            <a:ext cx="11430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724912"/>
            <a:ext cx="164592" cy="16459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53288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1A0E"/>
                </a:solidFill>
              </a:rPr>
              <a:t>🛒  Orders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43784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Customer order placement with confirmation screen; admin order queue with status updates (pending → in-progress → complete).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300984"/>
            <a:ext cx="11430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529584"/>
            <a:ext cx="164592" cy="16459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375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1A0E"/>
                </a:solidFill>
              </a:rPr>
              <a:t>🎟  Loyalty Program v2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648456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Phone-number lookup, QR code stamp card, registration, admin stamp/redeem, customer wallet-ready card.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105656"/>
            <a:ext cx="11430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334256"/>
            <a:ext cx="164592" cy="16459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422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1A0E"/>
                </a:solidFill>
              </a:rPr>
              <a:t>📣  Promotions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45312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Admin creates promos (% off, $ off, item discount), views recipient list, sends individual emails via SMTP.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910328"/>
            <a:ext cx="11430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138928"/>
            <a:ext cx="164592" cy="16459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46904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1A0E"/>
                </a:solidFill>
              </a:rPr>
              <a:t>📦  Inventory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2578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Ingredient tracking with low-stock alerts, audit log per ingredient, admin CRUD.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715000"/>
            <a:ext cx="11430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5943600"/>
            <a:ext cx="164592" cy="16459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751576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1A0E"/>
                </a:solidFill>
              </a:rPr>
              <a:t>⭐  Reviews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06247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Post-order review submission, per-item ratings, admin moderation and delete.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6519672"/>
            <a:ext cx="11430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6748272"/>
            <a:ext cx="164592" cy="16459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65562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1A0E"/>
                </a:solidFill>
              </a:rPr>
              <a:t>📊  Dashboard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6867144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Sales totals, top items, order volume chart — filterable by day/week/month.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3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1463040"/>
          </a:xfrm>
          <a:prstGeom prst="rect">
            <a:avLst/>
          </a:prstGeom>
          <a:solidFill>
            <a:srgbClr val="6B3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🎟  Loyalty Program 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A96E"/>
                </a:solidFill>
              </a:rPr>
              <a:t>The centrepiece feature — every 6th drink free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11430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920240"/>
            <a:ext cx="164592" cy="16459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28216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1A0E"/>
                </a:solidFill>
              </a:rPr>
              <a:t>Customer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3911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Visit /loyalty → enter phone number → view stamp card with QR code → share or install as PWA to home screen.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96312"/>
            <a:ext cx="11430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724912"/>
            <a:ext cx="164592" cy="16459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53288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1A0E"/>
                </a:solidFill>
              </a:rPr>
              <a:t>Stamp &amp; redeem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43784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Admin scans QR code → adds stamp or redeems free drink. Stamps roll over after redemption.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300984"/>
            <a:ext cx="11430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529584"/>
            <a:ext cx="164592" cy="16459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375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1A0E"/>
                </a:solidFill>
              </a:rPr>
              <a:t>Registration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648456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New customers register at /loyalty/register — first name, last name, email, phone — card created instantly.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105656"/>
            <a:ext cx="11430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334256"/>
            <a:ext cx="164592" cy="16459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422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1A0E"/>
                </a:solidFill>
              </a:rPr>
              <a:t>Weekly reminders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45312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Admin clicks one button → server sends personalised emails to all members, randomly picking from 4 different message templates.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910328"/>
            <a:ext cx="11430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138928"/>
            <a:ext cx="164592" cy="16459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46904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1A0E"/>
                </a:solidFill>
              </a:rPr>
              <a:t>PWA install prompt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2578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iOS share-sheet and Android install banner appear on the loyalty card page so customers can add the card to their home screen.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3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1463040"/>
          </a:xfrm>
          <a:prstGeom prst="rect">
            <a:avLst/>
          </a:prstGeom>
          <a:solidFill>
            <a:srgbClr val="6B3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📣  Promotions 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A96E"/>
                </a:solidFill>
              </a:rPr>
              <a:t>Create, track, and send targeted offers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11430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920240"/>
            <a:ext cx="164592" cy="16459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28216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1A0E"/>
                </a:solidFill>
              </a:rPr>
              <a:t>Creating a promo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3911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Admin fills title, optional description, discount type (% off / $ off / $ off item) and value — stored in database instantly.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96312"/>
            <a:ext cx="11430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724912"/>
            <a:ext cx="164592" cy="16459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53288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1A0E"/>
                </a:solidFill>
              </a:rPr>
              <a:t>Recipient 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43784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Every active loyalty member appears as a recipient automatically — admin sees name, email, phone, and sent status.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300984"/>
            <a:ext cx="11430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529584"/>
            <a:ext cx="164592" cy="16459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375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1A0E"/>
                </a:solidFill>
              </a:rPr>
              <a:t>Email sending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648456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Clicking 📧 Email sends a personalised offer email via Gmail SMTP directly from the server — no email client needed.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105656"/>
            <a:ext cx="11430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334256"/>
            <a:ext cx="164592" cy="16459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422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1A0E"/>
                </a:solidFill>
              </a:rPr>
              <a:t>SMS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45312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Clicking 📱 SMS opens the Messages app with a pre-filled text message ready to send from the admin's phone.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910328"/>
            <a:ext cx="11430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138928"/>
            <a:ext cx="164592" cy="16459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46904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1A0E"/>
                </a:solidFill>
              </a:rPr>
              <a:t>Send tracking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2578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Each email/SMS send is tracked per-customer per-promo with a timestamp. Checkbox auto-ticks after server confirms delivery.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3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1463040"/>
          </a:xfrm>
          <a:prstGeom prst="rect">
            <a:avLst/>
          </a:prstGeom>
          <a:solidFill>
            <a:srgbClr val="6B3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📱  PWA &amp; Offline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A96E"/>
                </a:solidFill>
              </a:rPr>
              <a:t>Installable, offline-capable loyalty card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11430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920240"/>
            <a:ext cx="164592" cy="16459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28216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1A0E"/>
                </a:solidFill>
              </a:rPr>
              <a:t>Web App Manifest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3911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manifest.webmanifest with brand colours, maskable icons (192px + 512px SVG), and display: standalone for full-screen install.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96312"/>
            <a:ext cx="11430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724912"/>
            <a:ext cx="164592" cy="16459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53288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1A0E"/>
                </a:solidFill>
              </a:rPr>
              <a:t>Service Worker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43784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Cache-first shell (/, /loyalty, /menu), network-first API calls with loyalty card fallback, stale-while-revalidate for static assets.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300984"/>
            <a:ext cx="11430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529584"/>
            <a:ext cx="164592" cy="16459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375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1A0E"/>
                </a:solidFill>
              </a:rPr>
              <a:t>Install 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648456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Custom InstallPrompt component detects beforeinstallprompt (Android) and shows iOS share-sheet instructions — dismissible for 7 days.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105656"/>
            <a:ext cx="11430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334256"/>
            <a:ext cx="164592" cy="16459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422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1A0E"/>
                </a:solidFill>
              </a:rPr>
              <a:t>Dev-mode safety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45312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Service worker only registers in production (PROD guard in index.jsx) so Vite HMR is never intercepted during development.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910328"/>
            <a:ext cx="11430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138928"/>
            <a:ext cx="164592" cy="16459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46904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1A0E"/>
                </a:solidFill>
              </a:rPr>
              <a:t>Share button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2578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Native Web Share API with clipboard fallback — lets customers share their loyalty card URL directly from the card page.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3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1463040"/>
          </a:xfrm>
          <a:prstGeom prst="rect">
            <a:avLst/>
          </a:prstGeom>
          <a:solidFill>
            <a:srgbClr val="6B3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🔧  Key Challenges Solved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A96E"/>
                </a:solidFill>
              </a:rPr>
              <a:t>What we debugged and fixed during this sprint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11430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920240"/>
            <a:ext cx="164592" cy="16459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28216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1A0E"/>
                </a:solidFill>
              </a:rPr>
              <a:t>Dual repo confusion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3911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Two clones of the repo (~/Coffee-Christopher-Ops vs ~/Desktop/...) caused the wrong server to run — diagnosed via file path in Prisma errors.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96312"/>
            <a:ext cx="11430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724912"/>
            <a:ext cx="164592" cy="16459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53288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1A0E"/>
                </a:solidFill>
              </a:rPr>
              <a:t>Supabase auth failures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43784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Database password rotation without updating both .env files caused P1001/auth errors — fixed by sed-replacing both copies.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300984"/>
            <a:ext cx="11430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529584"/>
            <a:ext cx="164592" cy="16459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375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1A0E"/>
                </a:solidFill>
              </a:rPr>
              <a:t>Service worker crashing Vite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648456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SW fetch handler returned undefined, breaking Vite HMR — fixed with PROD guard and Response.error() fallbacks.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105656"/>
            <a:ext cx="11430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334256"/>
            <a:ext cx="164592" cy="16459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422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1A0E"/>
                </a:solidFill>
              </a:rPr>
              <a:t>mailto: links doing nothing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45312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macOS had no default email client; replaced all mailto: hrefs with server-side nodemailer SMTP sends through Gmail.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910328"/>
            <a:ext cx="11430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138928"/>
            <a:ext cx="164592" cy="16459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46904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1A0E"/>
                </a:solidFill>
              </a:rPr>
              <a:t>Stale browser cache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2578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Old JS bundle cached by Vite and Opera after code updates — fixed by killing PID, clearing node_modules/.vite, and switching to Chrome.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3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1463040"/>
          </a:xfrm>
          <a:prstGeom prst="rect">
            <a:avLst/>
          </a:prstGeom>
          <a:solidFill>
            <a:srgbClr val="6B3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📧  Email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A96E"/>
                </a:solidFill>
              </a:rPr>
              <a:t>Server-side SMTP sending with Nodemailer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11430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920240"/>
            <a:ext cx="164592" cy="16459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28216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1A0E"/>
                </a:solidFill>
              </a:rPr>
              <a:t>Transport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3911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Nodemailer configured with Gmail SMTP (smtp.gmail.com:587, STARTTLS) using a Gmail App Password — not the account password.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96312"/>
            <a:ext cx="11430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724912"/>
            <a:ext cx="164592" cy="16459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53288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1A0E"/>
                </a:solidFill>
              </a:rPr>
              <a:t>Promo emails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43784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POST /api/promos/:id/recipients/:custId/email — personalises subject + body, sends, then auto-marks email_sent in database.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300984"/>
            <a:ext cx="11430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529584"/>
            <a:ext cx="164592" cy="16459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375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1A0E"/>
                </a:solidFill>
              </a:rPr>
              <a:t>Weekly reminders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648456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POST /api/loyalty/admin/reminders/weekly — sends to ALL loyalty members, 4 random templates, skips stamp template for 0-stamp members.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105656"/>
            <a:ext cx="11430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334256"/>
            <a:ext cx="164592" cy="16459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422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1A0E"/>
                </a:solidFill>
              </a:rPr>
              <a:t>4 reminder templates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45312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"We miss you" · "Time for a great coffee" · "Your stamps are building up" · "Come say hi" — picked randomly per customer.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910328"/>
            <a:ext cx="11430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138928"/>
            <a:ext cx="164592" cy="16459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46904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1A0E"/>
                </a:solidFill>
              </a:rPr>
              <a:t>Error handling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2578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Promise.allSettled ensures one bad email address doesn't stop the rest — admin sees exact count of sent vs failed.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3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1463040"/>
          </a:xfrm>
          <a:prstGeom prst="rect">
            <a:avLst/>
          </a:prstGeom>
          <a:solidFill>
            <a:srgbClr val="6B3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Database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A96E"/>
                </a:solidFill>
              </a:rPr>
              <a:t>PostgreSQL via Prisma ORM on Supabase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5577840" cy="384048"/>
          </a:xfrm>
          <a:prstGeom prst="rect">
            <a:avLst/>
          </a:prstGeom>
          <a:solidFill>
            <a:srgbClr val="6B3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Core Tables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03120"/>
            <a:ext cx="55778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17627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1A0E"/>
                </a:solidFill>
              </a:rPr>
              <a:t>▸  Category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61487"/>
            <a:ext cx="55778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83463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1A0E"/>
                </a:solidFill>
              </a:rPr>
              <a:t>▸  MenuItem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419855"/>
            <a:ext cx="55778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493007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1A0E"/>
                </a:solidFill>
              </a:rPr>
              <a:t>▸  Order + OrderItem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078223"/>
            <a:ext cx="55778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151375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1A0E"/>
                </a:solidFill>
              </a:rPr>
              <a:t>▸  Admin (JWT auth)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736591"/>
            <a:ext cx="55778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809743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1A0E"/>
                </a:solidFill>
              </a:rPr>
              <a:t>▸  Review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600200"/>
            <a:ext cx="5577840" cy="384048"/>
          </a:xfrm>
          <a:prstGeom prst="rect">
            <a:avLst/>
          </a:prstGeom>
          <a:solidFill>
            <a:srgbClr val="6B3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6459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Loyalty &amp; Ops Tables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103120"/>
            <a:ext cx="55778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17627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1A0E"/>
                </a:solidFill>
              </a:rPr>
              <a:t>▸  Customer (loyalty)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761487"/>
            <a:ext cx="55778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283463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1A0E"/>
                </a:solidFill>
              </a:rPr>
              <a:t>▸  PromoSend (tracking)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3419855"/>
            <a:ext cx="55778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493007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1A0E"/>
                </a:solidFill>
              </a:rPr>
              <a:t>▸  Promo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078223"/>
            <a:ext cx="55778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151375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1A0E"/>
                </a:solidFill>
              </a:rPr>
              <a:t>▸  Ingredient (inventory)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736591"/>
            <a:ext cx="55778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809743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1A0E"/>
                </a:solidFill>
              </a:rPr>
              <a:t>▸  IngredientLog (audit)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3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1463040"/>
          </a:xfrm>
          <a:prstGeom prst="rect">
            <a:avLst/>
          </a:prstGeom>
          <a:solidFill>
            <a:srgbClr val="6B3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🚀  Roadmap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A96E"/>
                </a:solidFill>
              </a:rPr>
              <a:t>What comes after this sprint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11430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920240"/>
            <a:ext cx="164592" cy="16459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28216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1A0E"/>
                </a:solidFill>
              </a:rPr>
              <a:t>Password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3911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Rotate Supabase DB password and Gmail App Password exposed during debugging — store secrets in a proper secrets manager.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96312"/>
            <a:ext cx="11430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724912"/>
            <a:ext cx="164592" cy="16459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53288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1A0E"/>
                </a:solidFill>
              </a:rPr>
              <a:t>Consolidate repos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43784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Delete ~/Coffee-Christopher-Ops (home folder clone) — work exclusively from ~/Desktop/Coffee-Christopher-Ops to avoid confusion.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300984"/>
            <a:ext cx="11430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529584"/>
            <a:ext cx="164592" cy="16459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375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1A0E"/>
                </a:solidFill>
              </a:rPr>
              <a:t>Production deployment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648456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Deploy frontend to Vercel/Netlify, backend to Railway/Render — set environment variables in hosting dashboard instead of .env files.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105656"/>
            <a:ext cx="11430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334256"/>
            <a:ext cx="164592" cy="16459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422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1A0E"/>
                </a:solidFill>
              </a:rPr>
              <a:t>Apple &amp; Google Wallet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45312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Wallet pass endpoints exist but need APPLE_PASS_CERT and GOOGLE_WALLET_SERVICE_ACCOUNT credentials to activate.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910328"/>
            <a:ext cx="11430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138928"/>
            <a:ext cx="164592" cy="16459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46904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1A0E"/>
                </a:solidFill>
              </a:rPr>
              <a:t>Automated scheduling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2578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Replace manual 'Send Reminder' button with a cron job (node-cron or Supabase Edge Functions) to send reminders automatically weekly.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B3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2C1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0">
                <a:solidFill>
                  <a:srgbClr val="FFFFFF"/>
                </a:solidFill>
              </a:rPr>
              <a:t>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0972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</a:rPr>
              <a:t>Coffee Christopher 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920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9A96E"/>
                </a:solidFill>
              </a:rPr>
              <a:t>Built for real. Built to last.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606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React  ·  Node.js  ·  Prisma  ·  Supabase  ·  Tailwind  ·  Nodemailer  ·  PWA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A96E"/>
                </a:solidFill>
              </a:rPr>
              <a:t>github.com/Chrisbetann/Coffee-Christopher-Ops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577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A96E"/>
                </a:solidFill>
              </a:rPr>
              <a:t>Sprint Planning Review  · 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